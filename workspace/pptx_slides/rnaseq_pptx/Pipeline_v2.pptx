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44363"/>
            <a:ext cx="39874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6-Agent 파이프라인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55550" y="787301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RNA-seq: 자동화된 멀티 에이전트 분석 시스템 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count_matrix.csv + metadata.csv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55550" y="1031677"/>
            <a:ext cx="1054298" cy="1014859"/>
          </a:xfrm>
          <a:prstGeom prst="roundRect">
            <a:avLst>
              <a:gd name="adj" fmla="val 10011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0300" y="11078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3855" y="11840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0366" y="1463427"/>
            <a:ext cx="2245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187" y="1615827"/>
            <a:ext cx="633026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+ apeglm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수축 필터링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421309" y="145330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5317" y="1031677"/>
            <a:ext cx="1054298" cy="1014859"/>
          </a:xfrm>
          <a:prstGeom prst="roundRect">
            <a:avLst>
              <a:gd name="adj" fmla="val 10011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60066" y="11078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73622" y="11840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33187" y="1463427"/>
            <a:ext cx="3584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44229" y="1625352"/>
            <a:ext cx="536326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상관,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유전자,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651075" y="145330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15084" y="1031677"/>
            <a:ext cx="1054298" cy="1014859"/>
          </a:xfrm>
          <a:prstGeom prst="roundRect">
            <a:avLst>
              <a:gd name="adj" fmla="val 10011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89833" y="11078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03389" y="11840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48532" y="1463427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03103" y="1625352"/>
            <a:ext cx="67811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KEGG Enrichr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80842" y="145330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44851" y="1031677"/>
            <a:ext cx="1054298" cy="1014859"/>
          </a:xfrm>
          <a:prstGeom prst="roundRect">
            <a:avLst>
              <a:gd name="adj" fmla="val 10011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19600" y="11078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33156" y="11840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93174" y="1463427"/>
            <a:ext cx="3576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검증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50174" y="1625352"/>
            <a:ext cx="643652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COSMIC, OncoKB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스코어링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110609" y="145330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74618" y="1031677"/>
            <a:ext cx="1054298" cy="1014859"/>
          </a:xfrm>
          <a:prstGeom prst="roundRect">
            <a:avLst>
              <a:gd name="adj" fmla="val 10011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49367" y="11078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62923" y="11840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7269" y="1463427"/>
            <a:ext cx="2688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73263" y="1625352"/>
            <a:ext cx="65685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Volcano, Heatmap,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네트워크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340376" y="145330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04384" y="1031677"/>
            <a:ext cx="1054298" cy="1014859"/>
          </a:xfrm>
          <a:prstGeom prst="roundRect">
            <a:avLst>
              <a:gd name="adj" fmla="val 10011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79134" y="11078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958161" y="1203127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3620" y="1463427"/>
            <a:ext cx="3556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예측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21548" y="1625352"/>
            <a:ext cx="619970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암종 분류 (17종)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7570143" y="145330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34151" y="1031677"/>
            <a:ext cx="1054298" cy="1014859"/>
          </a:xfrm>
          <a:prstGeom prst="roundRect">
            <a:avLst>
              <a:gd name="adj" fmla="val 10011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108900" y="11078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222456" y="11840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26803" y="1463427"/>
            <a:ext cx="2688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44485" y="1625352"/>
            <a:ext cx="63348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HTML +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RAG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55550" y="2122736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RNA-seq: 세포 수준 이질성 분석 시스템 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10X Genomics / h5ad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5550" y="2367111"/>
            <a:ext cx="1054298" cy="908298"/>
          </a:xfrm>
          <a:prstGeom prst="roundRect">
            <a:avLst>
              <a:gd name="adj" fmla="val 11186"/>
            </a:avLst>
          </a:prstGeom>
          <a:solidFill>
            <a:srgbClr val="FFF5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30300" y="2443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43855" y="251951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4442" y="2798862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&amp; 전처리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7611" y="2960787"/>
            <a:ext cx="73002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필터링, 정규화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HVG, PCA, Harmony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421309" y="273546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585317" y="2367111"/>
            <a:ext cx="1054298" cy="908298"/>
          </a:xfrm>
          <a:prstGeom prst="roundRect">
            <a:avLst>
              <a:gd name="adj" fmla="val 11186"/>
            </a:avLst>
          </a:prstGeom>
          <a:solidFill>
            <a:srgbClr val="FFF5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960066" y="2443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073622" y="251951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888404" y="2798862"/>
            <a:ext cx="447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839827" y="2960787"/>
            <a:ext cx="54513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+ Leiden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군집 식별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2651075" y="273546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815084" y="2367111"/>
            <a:ext cx="1054298" cy="908298"/>
          </a:xfrm>
          <a:prstGeom prst="roundRect">
            <a:avLst>
              <a:gd name="adj" fmla="val 11186"/>
            </a:avLst>
          </a:prstGeom>
          <a:solidFill>
            <a:srgbClr val="FFF5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189833" y="2443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303389" y="251951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148532" y="2798862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주석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118929" y="2960787"/>
            <a:ext cx="44660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세포 분류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3880842" y="273546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044851" y="2367111"/>
            <a:ext cx="1054298" cy="908298"/>
          </a:xfrm>
          <a:prstGeom prst="roundRect">
            <a:avLst>
              <a:gd name="adj" fmla="val 11186"/>
            </a:avLst>
          </a:prstGeom>
          <a:solidFill>
            <a:srgbClr val="FFF5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419600" y="2443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533156" y="251951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355680" y="2798862"/>
            <a:ext cx="4324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분석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393024" y="2960787"/>
            <a:ext cx="35780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마커 유전자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110609" y="273546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274618" y="2367111"/>
            <a:ext cx="1054298" cy="908298"/>
          </a:xfrm>
          <a:prstGeom prst="roundRect">
            <a:avLst>
              <a:gd name="adj" fmla="val 11186"/>
            </a:avLst>
          </a:prstGeom>
          <a:solidFill>
            <a:srgbClr val="FFF5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649367" y="2443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762923" y="251951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622941" y="2798862"/>
            <a:ext cx="3576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검증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79941" y="2960787"/>
            <a:ext cx="64365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COSMIC, OncoKB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 유전자 매칭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340376" y="273546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504384" y="2367111"/>
            <a:ext cx="1054298" cy="908298"/>
          </a:xfrm>
          <a:prstGeom prst="roundRect">
            <a:avLst>
              <a:gd name="adj" fmla="val 1118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6879134" y="2443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958161" y="2538561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853620" y="2798862"/>
            <a:ext cx="3556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예측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772707" y="2960787"/>
            <a:ext cx="51765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Pseudo-bulk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암종 분류 (17종)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7570143" y="273546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734151" y="2367111"/>
            <a:ext cx="1054298" cy="908298"/>
          </a:xfrm>
          <a:prstGeom prst="roundRect">
            <a:avLst>
              <a:gd name="adj" fmla="val 11186"/>
            </a:avLst>
          </a:prstGeom>
          <a:solidFill>
            <a:srgbClr val="FFF5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8108900" y="2443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8222456" y="251951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8126803" y="2798862"/>
            <a:ext cx="2688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944485" y="2960787"/>
            <a:ext cx="63348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HTML +</a:t>
            </a:r>
            <a:endParaRPr lang="en-US" sz="600" dirty="0"/>
          </a:p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RAG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355550" y="3427809"/>
            <a:ext cx="2726234" cy="777180"/>
          </a:xfrm>
          <a:prstGeom prst="roundRect">
            <a:avLst>
              <a:gd name="adj" fmla="val 13073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07950" y="3554760"/>
            <a:ext cx="2469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데이터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07950" y="3761036"/>
            <a:ext cx="24698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count_matrix.csv + metadata.csv (Bulk)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07950" y="3919537"/>
            <a:ext cx="24698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Genomics / h5ad (Single-cell)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208734" y="3427809"/>
            <a:ext cx="2726382" cy="777180"/>
          </a:xfrm>
          <a:prstGeom prst="roundRect">
            <a:avLst>
              <a:gd name="adj" fmla="val 13073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3361134" y="3554760"/>
            <a:ext cx="24700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성능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3361134" y="3761036"/>
            <a:ext cx="247001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BRCA 50 샘플: 총 ~8분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361134" y="3919537"/>
            <a:ext cx="247001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(DEG 7,583개, 엣지 338만개)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062067" y="3427809"/>
            <a:ext cx="2726382" cy="777180"/>
          </a:xfrm>
          <a:prstGeom prst="roundRect">
            <a:avLst>
              <a:gd name="adj" fmla="val 13073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214467" y="3554760"/>
            <a:ext cx="24700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결과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214467" y="3761036"/>
            <a:ext cx="247001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섹션 인터랙티브 HTML 리포트,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214467" y="3919537"/>
            <a:ext cx="247001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데이터 다운로드, ML 암종 예측 (98.8%)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RNA-seq 분석 파이프라인</dc:title>
  <dc:subject>PptxGenJS Presentation</dc:subject>
  <dc:creator>BioInsight AI Team</dc:creator>
  <cp:lastModifiedBy>BioInsight AI Team</cp:lastModifiedBy>
  <cp:revision>1</cp:revision>
  <dcterms:created xsi:type="dcterms:W3CDTF">2026-01-29T03:44:43Z</dcterms:created>
  <dcterms:modified xsi:type="dcterms:W3CDTF">2026-01-29T03:44:43Z</dcterms:modified>
</cp:coreProperties>
</file>