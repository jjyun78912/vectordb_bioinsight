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44363"/>
            <a:ext cx="53799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55550" y="888802"/>
            <a:ext cx="42101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55550" y="1047452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1363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202" y="1196578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3352" y="1191816"/>
            <a:ext cx="6375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5550" y="1542455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163130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202" y="169158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3352" y="1686818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분석 파이프라인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5550" y="2088207"/>
            <a:ext cx="42101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5550" y="2246858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7950" y="233570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202" y="2395984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3352" y="2391221"/>
            <a:ext cx="1289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분석 및 네트워크 구축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5550" y="2741861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283071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202" y="2890986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3352" y="2886224"/>
            <a:ext cx="10038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분석 및 DB 검증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5550" y="3236863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50" y="332571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1202" y="3385989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3352" y="3381226"/>
            <a:ext cx="8686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암종 예측 모듈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0850" y="888802"/>
            <a:ext cx="42101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60850" y="1047452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13250" y="11363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76502" y="1196578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8652" y="1191816"/>
            <a:ext cx="1644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 파이프라인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0850" y="1542455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13250" y="163130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76502" y="169158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68652" y="1686818"/>
            <a:ext cx="435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0850" y="2037457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13250" y="212630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76502" y="2186583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8652" y="2181820"/>
            <a:ext cx="1174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리포트 시스템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0850" y="2583210"/>
            <a:ext cx="42101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660850" y="2741861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13250" y="2830711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76502" y="2890986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8652" y="2886224"/>
            <a:ext cx="7707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및 벤치마크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0850" y="3236863"/>
            <a:ext cx="4127599" cy="431602"/>
          </a:xfrm>
          <a:prstGeom prst="roundRect">
            <a:avLst>
              <a:gd name="adj" fmla="val 17655"/>
            </a:avLst>
          </a:prstGeom>
          <a:solidFill>
            <a:srgbClr val="F4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13250" y="332571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76502" y="3385989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8652" y="3381226"/>
            <a:ext cx="6699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개발 계획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프로젝트 목차</dc:title>
  <dc:subject>PptxGenJS Presentation</dc:subject>
  <dc:creator>BioInsight AI Team</dc:creator>
  <cp:lastModifiedBy>BioInsight AI Team</cp:lastModifiedBy>
  <cp:revision>1</cp:revision>
  <dcterms:created xsi:type="dcterms:W3CDTF">2026-01-29T04:28:26Z</dcterms:created>
  <dcterms:modified xsi:type="dcterms:W3CDTF">2026-01-29T04:28:26Z</dcterms:modified>
</cp:coreProperties>
</file>