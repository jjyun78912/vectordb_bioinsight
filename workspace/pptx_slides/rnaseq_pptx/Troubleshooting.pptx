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46038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37207"/>
            <a:ext cx="51691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트러블슈팅: ML 과적합 (Data Leakage)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55550" y="623739"/>
            <a:ext cx="8432899" cy="906066"/>
          </a:xfrm>
          <a:prstGeom prst="roundRect">
            <a:avLst>
              <a:gd name="adj" fmla="val 1401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79363" y="623739"/>
            <a:ext cx="0" cy="906066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776139"/>
            <a:ext cx="81385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발견: ML 정확도가 비정상적으로 높음 (~97-99%)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6326" y="1014264"/>
            <a:ext cx="8138553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17종 분류 모델의 정확도가 의심스러울 정도로 높게 측정됨. 조사 결과, 전체 데이터에 전처리(유전자 선택 + StandardScaler)를 적용한 후 Train/Test를 분리하여 테스트 데이터 정보가 학습에 누수(Data Leakage)된 것을 확인.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5550" y="1656755"/>
            <a:ext cx="4140250" cy="2308027"/>
          </a:xfrm>
          <a:prstGeom prst="roundRect">
            <a:avLst>
              <a:gd name="adj" fmla="val 5503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1675805"/>
            <a:ext cx="414025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8701" y="1879104"/>
            <a:ext cx="1408063" cy="145852"/>
          </a:xfrm>
          <a:prstGeom prst="roundRect">
            <a:avLst>
              <a:gd name="adj" fmla="val 3483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202" y="1904405"/>
            <a:ext cx="12291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(v2 - Data Leakage)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58701" y="2101155"/>
            <a:ext cx="380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후 Split (잘못된 순서)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8701" y="232975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전체 데이터 로드 (2,986 samples)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8701" y="251073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Log2 변환 (전체)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8701" y="269170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유전자 선택 - 전체 데이터 분산 기준 5,000개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58701" y="287268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StandardScaler.fit() - 전체 데이터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8701" y="305365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Train/Test Split (85:15)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8701" y="323463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CatBoost 학습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58701" y="3458468"/>
            <a:ext cx="37339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701" y="3539430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(과대 평가)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58701" y="3669506"/>
            <a:ext cx="38086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97.54% (Leakage)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8200" y="1656755"/>
            <a:ext cx="4140250" cy="2308027"/>
          </a:xfrm>
          <a:prstGeom prst="roundRect">
            <a:avLst>
              <a:gd name="adj" fmla="val 550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48200" y="1675805"/>
            <a:ext cx="414025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1350" y="1879104"/>
            <a:ext cx="1295102" cy="155377"/>
          </a:xfrm>
          <a:prstGeom prst="roundRect">
            <a:avLst>
              <a:gd name="adj" fmla="val 32695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52851" y="1904405"/>
            <a:ext cx="11139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(v3 - Leakage 수정)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51350" y="2110680"/>
            <a:ext cx="380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후 전처리 (올바른 순서)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33928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전체 데이터 로드 (2,986 samples)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51350" y="252025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Log2 변환 (고정 변환, 무관)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51350" y="270123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Train/Test Split 먼저 (85:15)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51350" y="288220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유전자 선택 - Train 데이터만 기준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51350" y="306318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StandardScaler.fit() - Train만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51350" y="324415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Test에는 transform()만 적용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51350" y="3467993"/>
            <a:ext cx="37339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1350" y="3548955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(정상 평가)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851350" y="3679031"/>
            <a:ext cx="38086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96.65% (Valid)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5550" y="4091732"/>
            <a:ext cx="8432899" cy="1051768"/>
          </a:xfrm>
          <a:prstGeom prst="roundRect">
            <a:avLst>
              <a:gd name="adj" fmla="val 1207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4150" y="4244132"/>
            <a:ext cx="2556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 원인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4150" y="4450407"/>
            <a:ext cx="255623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StandardScaler가 테스트 데이터의 평균/표준편차를 학습에 반영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4150" y="4630638"/>
            <a:ext cx="255623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 선택 시 테스트 데이터의 분산 정보가 포함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84150" y="4810869"/>
            <a:ext cx="255623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테스트 분포를 이미 "알고 있는" 상태로 평가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18867" y="4244132"/>
            <a:ext cx="2556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 검증 (v3)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18867" y="4450407"/>
            <a:ext cx="2556391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 96.65% | F1 Macro: 96.82%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18867" y="4630638"/>
            <a:ext cx="2556391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CV: 96.97% (±0.81%) - 각 fold 독립 전처리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318867" y="4810869"/>
            <a:ext cx="2556391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fold마다 train에만 fit, val에 transform만 적용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53733" y="4244132"/>
            <a:ext cx="2556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53733" y="4450407"/>
            <a:ext cx="255623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전처리는 반드시 Train/Test 분리 이후 수행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53733" y="4630638"/>
            <a:ext cx="255623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fit()은 Train에만, transform()은 Test에만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53733" y="4810869"/>
            <a:ext cx="2556239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정확도는 항상 의심하고 파이프라인 검증 필요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트러블슈팅 가이드</dc:title>
  <dc:subject>PptxGenJS Presentation</dc:subject>
  <dc:creator>BioInsight AI Team</dc:creator>
  <cp:lastModifiedBy>BioInsight AI Team</cp:lastModifiedBy>
  <cp:revision>1</cp:revision>
  <dcterms:created xsi:type="dcterms:W3CDTF">2026-01-29T04:18:38Z</dcterms:created>
  <dcterms:modified xsi:type="dcterms:W3CDTF">2026-01-29T04:18:38Z</dcterms:modified>
</cp:coreProperties>
</file>