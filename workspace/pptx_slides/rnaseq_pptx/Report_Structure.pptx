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44363"/>
            <a:ext cx="205528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리포트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796826"/>
            <a:ext cx="126950" cy="126950"/>
          </a:xfrm>
          <a:prstGeom prst="roundRect">
            <a:avLst>
              <a:gd name="adj" fmla="val 30012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2501" y="817364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741313" y="796826"/>
            <a:ext cx="126950" cy="126950"/>
          </a:xfrm>
          <a:prstGeom prst="roundRect">
            <a:avLst>
              <a:gd name="adj" fmla="val 3001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9014" y="817364"/>
            <a:ext cx="30740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전용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347341" y="796826"/>
            <a:ext cx="126950" cy="126950"/>
          </a:xfrm>
          <a:prstGeom prst="roundRect">
            <a:avLst>
              <a:gd name="adj" fmla="val 30012"/>
            </a:avLst>
          </a:prstGeom>
          <a:solidFill>
            <a:srgbClr val="FFF0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25042" y="817364"/>
            <a:ext cx="514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전용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156668" y="787301"/>
            <a:ext cx="146000" cy="146000"/>
          </a:xfrm>
          <a:prstGeom prst="roundRect">
            <a:avLst>
              <a:gd name="adj" fmla="val 26096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53419" y="817364"/>
            <a:ext cx="30740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생성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781746" y="787301"/>
            <a:ext cx="146000" cy="146000"/>
          </a:xfrm>
          <a:prstGeom prst="roundRect">
            <a:avLst>
              <a:gd name="adj" fmla="val 26096"/>
            </a:avLst>
          </a:prstGeom>
          <a:solidFill>
            <a:srgbClr val="FFF0F2"/>
          </a:solidFill>
          <a:ln w="9525">
            <a:solidFill>
              <a:srgbClr val="FC1C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78497" y="817364"/>
            <a:ext cx="9665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섹션 (파일 존재 시 활성화)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04800" y="1022152"/>
            <a:ext cx="535186" cy="155377"/>
          </a:xfrm>
          <a:prstGeom prst="roundRect">
            <a:avLst>
              <a:gd name="adj" fmla="val 3269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6301" y="1047452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섹션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41487" y="1047452"/>
            <a:ext cx="18319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/ Single-cell 동일 CSS, 데이터 유형별 자동 선택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04800" y="1266379"/>
            <a:ext cx="921097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6301" y="133930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5237" y="1380530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34752" y="1375767"/>
            <a:ext cx="4994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 (Cover)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76648" y="1266379"/>
            <a:ext cx="763637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78148" y="133930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43930" y="1380530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606600" y="1375767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통계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091035" y="1266379"/>
            <a:ext cx="1093738" cy="323552"/>
          </a:xfrm>
          <a:prstGeom prst="roundRect">
            <a:avLst>
              <a:gd name="adj" fmla="val 19626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202061" y="133930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260997" y="1380530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430512" y="1375767"/>
            <a:ext cx="656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초록 (Opus)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35523" y="1266379"/>
            <a:ext cx="743248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37024" y="133930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02806" y="1380530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565475" y="1375767"/>
            <a:ext cx="3180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분석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04800" y="1678781"/>
            <a:ext cx="628352" cy="155377"/>
          </a:xfrm>
          <a:prstGeom prst="roundRect">
            <a:avLst>
              <a:gd name="adj" fmla="val 3269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6301" y="1704082"/>
            <a:ext cx="4338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전용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34653" y="1678781"/>
            <a:ext cx="972294" cy="155377"/>
          </a:xfrm>
          <a:prstGeom prst="roundRect">
            <a:avLst>
              <a:gd name="adj" fmla="val 32695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36154" y="1704082"/>
            <a:ext cx="7846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전용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04800" y="1923008"/>
            <a:ext cx="802481" cy="304502"/>
          </a:xfrm>
          <a:prstGeom prst="roundRect">
            <a:avLst>
              <a:gd name="adj" fmla="val 20854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06301" y="198640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2083" y="2027634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34752" y="2022872"/>
            <a:ext cx="3784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분석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58032" y="1923008"/>
            <a:ext cx="763637" cy="304502"/>
          </a:xfrm>
          <a:prstGeom prst="roundRect">
            <a:avLst>
              <a:gd name="adj" fmla="val 20854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59532" y="198640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325314" y="2027634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487984" y="2022872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분석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972419" y="1923008"/>
            <a:ext cx="739080" cy="304502"/>
          </a:xfrm>
          <a:prstGeom prst="roundRect">
            <a:avLst>
              <a:gd name="adj" fmla="val 20854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073920" y="198640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139702" y="2027634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302371" y="2022872"/>
            <a:ext cx="3137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62250" y="1923008"/>
            <a:ext cx="1049982" cy="304502"/>
          </a:xfrm>
          <a:prstGeom prst="roundRect">
            <a:avLst>
              <a:gd name="adj" fmla="val 20854"/>
            </a:avLst>
          </a:prstGeom>
          <a:solidFill>
            <a:srgbClr val="FFF0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863751" y="198640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929533" y="2027634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092202" y="2022872"/>
            <a:ext cx="6309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유형 UMAP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862983" y="1923008"/>
            <a:ext cx="840581" cy="304502"/>
          </a:xfrm>
          <a:prstGeom prst="roundRect">
            <a:avLst>
              <a:gd name="adj" fmla="val 20854"/>
            </a:avLst>
          </a:prstGeom>
          <a:solidFill>
            <a:srgbClr val="FFF0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964484" y="198640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030266" y="2027634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192935" y="202287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마커 유전자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04800" y="2316361"/>
            <a:ext cx="1150739" cy="155377"/>
          </a:xfrm>
          <a:prstGeom prst="roundRect">
            <a:avLst>
              <a:gd name="adj" fmla="val 32695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06301" y="2341662"/>
            <a:ext cx="9666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선택 섹션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557040" y="2341662"/>
            <a:ext cx="9902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파일 존재 시 자동 활성화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304800" y="2560588"/>
            <a:ext cx="530423" cy="250627"/>
          </a:xfrm>
          <a:prstGeom prst="roundRect">
            <a:avLst>
              <a:gd name="adj" fmla="val 25336"/>
            </a:avLst>
          </a:prstGeom>
          <a:solidFill>
            <a:srgbClr val="FFF0F2"/>
          </a:solidFill>
          <a:ln w="9525">
            <a:solidFill>
              <a:srgbClr val="FC1C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15826" y="2633514"/>
            <a:ext cx="3145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궤적 분석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85974" y="2560588"/>
            <a:ext cx="925116" cy="250627"/>
          </a:xfrm>
          <a:prstGeom prst="roundRect">
            <a:avLst>
              <a:gd name="adj" fmla="val 25336"/>
            </a:avLst>
          </a:prstGeom>
          <a:solidFill>
            <a:srgbClr val="FFF0F2"/>
          </a:solidFill>
          <a:ln w="9525">
            <a:solidFill>
              <a:srgbClr val="FC1C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997000" y="2633514"/>
            <a:ext cx="717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종양 미세환경 (TME)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861840" y="2560588"/>
            <a:ext cx="910084" cy="250627"/>
          </a:xfrm>
          <a:prstGeom prst="roundRect">
            <a:avLst>
              <a:gd name="adj" fmla="val 25336"/>
            </a:avLst>
          </a:prstGeom>
          <a:solidFill>
            <a:srgbClr val="FFF0F2"/>
          </a:solidFill>
          <a:ln w="9525">
            <a:solidFill>
              <a:srgbClr val="FC1C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972866" y="2633514"/>
            <a:ext cx="7017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유전자 조절 네트워크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822674" y="2560588"/>
            <a:ext cx="679103" cy="250627"/>
          </a:xfrm>
          <a:prstGeom prst="roundRect">
            <a:avLst>
              <a:gd name="adj" fmla="val 25336"/>
            </a:avLst>
          </a:prstGeom>
          <a:solidFill>
            <a:srgbClr val="FFF0F2"/>
          </a:solidFill>
          <a:ln w="9525">
            <a:solidFill>
              <a:srgbClr val="FC1C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2933700" y="2633514"/>
            <a:ext cx="466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CNV / 배수체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3552527" y="2560588"/>
            <a:ext cx="673150" cy="250627"/>
          </a:xfrm>
          <a:prstGeom prst="roundRect">
            <a:avLst>
              <a:gd name="adj" fmla="val 25336"/>
            </a:avLst>
          </a:prstGeom>
          <a:solidFill>
            <a:srgbClr val="FFF0F2"/>
          </a:solidFill>
          <a:ln w="9525">
            <a:solidFill>
              <a:srgbClr val="FC1C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3663553" y="2633514"/>
            <a:ext cx="4601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상호작용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04800" y="2900065"/>
            <a:ext cx="713631" cy="155377"/>
          </a:xfrm>
          <a:prstGeom prst="roundRect">
            <a:avLst>
              <a:gd name="adj" fmla="val 3269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06301" y="2925366"/>
            <a:ext cx="520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하단 섹션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04800" y="3144292"/>
            <a:ext cx="942082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06301" y="32172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72083" y="3258443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634752" y="3253680"/>
            <a:ext cx="520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 유전자 검증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297632" y="3144292"/>
            <a:ext cx="934194" cy="323552"/>
          </a:xfrm>
          <a:prstGeom prst="roundRect">
            <a:avLst>
              <a:gd name="adj" fmla="val 19626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408658" y="32172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437829" y="3258443"/>
            <a:ext cx="1215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1637109" y="3253680"/>
            <a:ext cx="4933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암종 예측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2282577" y="3144292"/>
            <a:ext cx="840581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2384078" y="32172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2449860" y="3258443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2612529" y="3253680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임상 시사점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3173909" y="3144292"/>
            <a:ext cx="763637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3275409" y="32172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3341191" y="3258443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3503861" y="3253680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후속 연구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3988296" y="3144292"/>
            <a:ext cx="782687" cy="323552"/>
          </a:xfrm>
          <a:prstGeom prst="roundRect">
            <a:avLst>
              <a:gd name="adj" fmla="val 19626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4099322" y="32172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4158258" y="3258443"/>
            <a:ext cx="60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4327773" y="3253680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추천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821734" y="3144292"/>
            <a:ext cx="662136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4923234" y="32172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4989016" y="3258443"/>
            <a:ext cx="46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5151686" y="3253680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534620" y="3144292"/>
            <a:ext cx="739080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5636121" y="32172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5678984" y="3258443"/>
            <a:ext cx="93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5864572" y="3253680"/>
            <a:ext cx="3137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참고문헌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6324451" y="3144292"/>
            <a:ext cx="994023" cy="323552"/>
          </a:xfrm>
          <a:prstGeom prst="roundRect">
            <a:avLst>
              <a:gd name="adj" fmla="val 19626"/>
            </a:avLst>
          </a:prstGeom>
          <a:solidFill>
            <a:srgbClr val="F0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6425952" y="32172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6471196" y="3258443"/>
            <a:ext cx="88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6654403" y="3253680"/>
            <a:ext cx="5738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+ 다운로드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304800" y="3556695"/>
            <a:ext cx="2777133" cy="824954"/>
          </a:xfrm>
          <a:prstGeom prst="roundRect">
            <a:avLst>
              <a:gd name="adj" fmla="val 12316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431750" y="3658195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아키텍처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431750" y="3832771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rnaseq_pipeline/reports/ 모듈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431750" y="3981896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common.py (공통) + bulk.py + singlecell.py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431750" y="4131022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ReportAdapter로 기존 Agent 호환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3183434" y="3556695"/>
            <a:ext cx="2777133" cy="824954"/>
          </a:xfrm>
          <a:prstGeom prst="roundRect">
            <a:avLst>
              <a:gd name="adj" fmla="val 12316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3310384" y="3658195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기능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3310384" y="3832771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Plotly.js 차트 (확대/축소/호버)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3310384" y="3981896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네트워크, 정렬/필터 테이블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3310384" y="4131022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HTML (서버 불필요)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6062067" y="3556695"/>
            <a:ext cx="2777133" cy="824954"/>
          </a:xfrm>
          <a:prstGeom prst="roundRect">
            <a:avLst>
              <a:gd name="adj" fmla="val 12316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6189018" y="3658195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안전장치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6189018" y="3832771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 != Driver Gene 면책 조항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6189018" y="3981896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예측 = 참고용 (진단 아님)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6189018" y="4131022"/>
            <a:ext cx="2573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해석에 PMID 인용 필수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통합 리포트 구조</dc:title>
  <dc:subject>PptxGenJS Presentation</dc:subject>
  <dc:creator>BioInsight AI Team</dc:creator>
  <cp:lastModifiedBy>BioInsight AI Team</cp:lastModifiedBy>
  <cp:revision>1</cp:revision>
  <dcterms:created xsi:type="dcterms:W3CDTF">2026-01-29T06:26:14Z</dcterms:created>
  <dcterms:modified xsi:type="dcterms:W3CDTF">2026-01-29T06:26:14Z</dcterms:modified>
</cp:coreProperties>
</file>