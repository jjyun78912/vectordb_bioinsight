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9227" y="1770013"/>
            <a:ext cx="624539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Analysis Pipeline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449227" y="2522488"/>
            <a:ext cx="62453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22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Automated Analysis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49227" y="3163788"/>
            <a:ext cx="62453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- Network - Pathway - Validation - Visualization -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33031" y="4470499"/>
            <a:ext cx="21193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8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| Pipeline Deep Dive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Data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7450" y="1355675"/>
            <a:ext cx="4127599" cy="693390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1263" y="1355675"/>
            <a:ext cx="0" cy="69339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475" y="1508075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Shape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7475" y="1736675"/>
            <a:ext cx="38506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 x samples (rows x cols) determines data 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2176016"/>
            <a:ext cx="4127599" cy="693390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1263" y="2176016"/>
            <a:ext cx="0" cy="69339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328416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475" y="2557016"/>
            <a:ext cx="38506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genes x 6-100 samples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996357"/>
            <a:ext cx="4127599" cy="693390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1263" y="2996357"/>
            <a:ext cx="0" cy="69339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475" y="3148757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7475" y="3377357"/>
            <a:ext cx="38506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genes x 1,000+ cells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1019175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Routing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98950" y="1355675"/>
            <a:ext cx="4127599" cy="660350"/>
          </a:xfrm>
          <a:prstGeom prst="roundRect">
            <a:avLst>
              <a:gd name="adj" fmla="val 11539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51350" y="1508075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RNA-seq: 6-Agent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51350" y="1730276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→ Network → Pathway → Validation → Viz →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2117527"/>
            <a:ext cx="4127599" cy="660350"/>
          </a:xfrm>
          <a:prstGeom prst="roundRect">
            <a:avLst>
              <a:gd name="adj" fmla="val 11539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1350" y="2269927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Single-cell: Scanpy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51350" y="2492127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→ Clustering → Annotation → Markers → Report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9797" y="981075"/>
            <a:ext cx="2793802" cy="935682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9797" y="1000125"/>
            <a:ext cx="2793802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747" y="1146125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6747" y="1278136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747" y="1525786"/>
            <a:ext cx="259069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normalization, apeglm shrinkage, |log2FC| &gt; 1, padj &lt; 0.05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75099" y="981075"/>
            <a:ext cx="2793802" cy="935682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75099" y="1000125"/>
            <a:ext cx="2793802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2050" y="1146125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02050" y="1278136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02050" y="1525786"/>
            <a:ext cx="259069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correlation, Hub gene centrality, NetworkX graph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0402" y="981075"/>
            <a:ext cx="2793802" cy="935682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0402" y="1000125"/>
            <a:ext cx="2793802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7352" y="1146125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97352" y="1278136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Enrichment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7352" y="1525786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Enrichr API, GO/KEGG terms, FDR &lt; 0.05 filtering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9797" y="2018258"/>
            <a:ext cx="2793802" cy="935682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79797" y="2037308"/>
            <a:ext cx="2793802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747" y="2183309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6747" y="2315319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747" y="2562969"/>
            <a:ext cx="259069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COSMIC, OncoKB matching, RAG literature interpretation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75099" y="2018258"/>
            <a:ext cx="2793802" cy="935682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175099" y="2037308"/>
            <a:ext cx="2793802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2050" y="2183309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2050" y="2315319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02050" y="2562969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Volcano, Heatmap, 3D Network, Pathway barplot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70402" y="2018258"/>
            <a:ext cx="2793802" cy="935682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70402" y="2037308"/>
            <a:ext cx="2793802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7352" y="2183309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97352" y="2315319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7352" y="2562969"/>
            <a:ext cx="259069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HTML, Extended Abstract, Research Recommendations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1: DEG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346150"/>
            <a:ext cx="0" cy="580876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473101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Loading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2501" y="1666726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count_matrix.csv + metadata.csv 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500" y="2028527"/>
            <a:ext cx="0" cy="580876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501" y="2155478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DESeq2 Normalization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501" y="2349103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factor estimation, dispersion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710904"/>
            <a:ext cx="0" cy="580876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01" y="2837855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apeglm Shrinkage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01" y="3031480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fold change shrinkage for stability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3393281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6500" y="3393281"/>
            <a:ext cx="0" cy="580876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501" y="3520232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Filtering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01" y="3713857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|log2FC| &gt; 1, padj &lt; 0.05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98950" y="1346150"/>
            <a:ext cx="4127599" cy="1111002"/>
          </a:xfrm>
          <a:prstGeom prst="roundRect">
            <a:avLst>
              <a:gd name="adj" fmla="val 6859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1350" y="1498550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deg_significant.csv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51350" y="1752451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symbol, log2FC, pvalue, padj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51350" y="1936552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baseMean, stat, lfcSE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51350" y="2120652"/>
            <a:ext cx="3899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5,000-10,000 DEGs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Network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Strategies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607516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Vectorized Correlation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4401" y="1666726"/>
            <a:ext cx="3951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matrix ops instead of loops (100x faster)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2055168"/>
            <a:ext cx="4127599" cy="767507"/>
          </a:xfrm>
          <a:prstGeom prst="roundRect">
            <a:avLst>
              <a:gd name="adj" fmla="val 66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4401" y="218211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Centrality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4401" y="2375743"/>
            <a:ext cx="3951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graph: weighted degree, Large: k-sampling, Small: exact betweenness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2924175"/>
            <a:ext cx="4127599" cy="607516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4401" y="305112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Building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4401" y="3244751"/>
            <a:ext cx="3951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from_pandas_edgelist() vectorized (10x faster)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(BRCA 50 samples)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1311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9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5901" y="166672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 DEGs, 7.5K genes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1311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215547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23491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3.38M edges, 20 hub genes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1311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28378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30314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minutes total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3-4: Pathway and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127599" cy="2144613"/>
          </a:xfrm>
          <a:prstGeom prst="roundRect">
            <a:avLst>
              <a:gd name="adj" fmla="val 35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7450" y="1038225"/>
            <a:ext cx="412759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50" y="12096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3: Pathway Enrichment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50" y="15366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7302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list (up/down separated)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9850" y="20172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2210842"/>
            <a:ext cx="38992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Enrichr API for GO Biological Process, KEGG Pathways. FDR correction, term filtering.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9850" y="265777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85139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pathway_summary.csv with 66+ enriched terms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8950" y="1019175"/>
            <a:ext cx="4127599" cy="2144613"/>
          </a:xfrm>
          <a:prstGeom prst="roundRect">
            <a:avLst>
              <a:gd name="adj" fmla="val 35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98950" y="1038225"/>
            <a:ext cx="412759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1350" y="12096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4: DB Validation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51350" y="15366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DBs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1350" y="17302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Cancer Gene Census, OncoKB Actionable Genes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1350" y="20172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Interpretation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51350" y="221084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+ ChromaDB vector search for literature context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51350" y="249778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51350" y="269140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Driver/TSG classification, PMID citations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5-6: Visualization and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127599" cy="1984623"/>
          </a:xfrm>
          <a:prstGeom prst="roundRect">
            <a:avLst>
              <a:gd name="adj" fmla="val 38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7450" y="1038225"/>
            <a:ext cx="412759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50" y="12096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5: Visualization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50" y="15366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Plots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7302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 plot, Expression heatmap, Pathway barplot, PCA plot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9850" y="20172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221084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Network visualization with Plotly, Hub gene connections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9850" y="249778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69140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figures in figures/ directory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8950" y="1019175"/>
            <a:ext cx="4127599" cy="1984623"/>
          </a:xfrm>
          <a:prstGeom prst="roundRect">
            <a:avLst>
              <a:gd name="adj" fmla="val 38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98950" y="1038225"/>
            <a:ext cx="412759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1350" y="12096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6: Report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51350" y="15366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Abstract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1350" y="17302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 for narrative summary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1350" y="20172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Recommendations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51350" y="221084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 targets, Drug repurposing, Validation protocols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51350" y="249778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51350" y="269140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HTML report (~11MB)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981075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6500" y="981075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2501" y="1108025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Filtering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2501" y="1301651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Gene/cell counts, mitochondrial 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77852" y="981075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96902" y="981075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2902" y="1108025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2902" y="1301651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Scanpy normalize_total, log1p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38254" y="981075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57304" y="981075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3304" y="1108025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HVG Selection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3304" y="1301651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variable genes for PCA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450" y="1687562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6500" y="1687562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501" y="1814513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Correction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501" y="2008138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 integration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77852" y="1687562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96902" y="1687562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2902" y="1814513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Reduction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2902" y="2008138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PCA, UMAP, t-SNE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38254" y="1687562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857304" y="1687562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3304" y="1814513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3304" y="2008138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Leiden algorithm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7450" y="2394049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36500" y="2394049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501" y="2521000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Annotation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501" y="2714625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 automated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77852" y="2394049"/>
            <a:ext cx="21334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596902" y="2394049"/>
            <a:ext cx="0" cy="579537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2902" y="2521000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Genes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2902" y="2714625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 rank-sum test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86792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TCGA-BRCA (50 samples, 7.5K genes)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7450" y="1381125"/>
            <a:ext cx="8509099" cy="242887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9850" y="1833562"/>
            <a:ext cx="82042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850" y="16097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4567" y="1609725"/>
            <a:ext cx="2789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39433" y="16097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850" y="2138363"/>
            <a:ext cx="82042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850" y="19145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(DEG)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4567" y="1914525"/>
            <a:ext cx="2789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39433" y="19145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 DEGs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850" y="2443163"/>
            <a:ext cx="82042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850" y="22193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(Network)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4567" y="2219325"/>
            <a:ext cx="2789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39433" y="22193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3.38M edges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9850" y="2747963"/>
            <a:ext cx="82042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850" y="25241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 (Pathway)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4567" y="2524125"/>
            <a:ext cx="2789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39433" y="25241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terms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850" y="3052763"/>
            <a:ext cx="82042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850" y="28289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(Validation)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4567" y="2828925"/>
            <a:ext cx="2789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39433" y="28289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RAG interp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850" y="3357563"/>
            <a:ext cx="82042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850" y="31337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 (Viz)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4567" y="3133725"/>
            <a:ext cx="2789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39433" y="31337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figures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850" y="34385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 (Report)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4567" y="3438525"/>
            <a:ext cx="2789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39433" y="3438525"/>
            <a:ext cx="2789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11MB HTML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7450" y="3911501"/>
            <a:ext cx="8509099" cy="355402"/>
          </a:xfrm>
          <a:prstGeom prst="roundRect">
            <a:avLst>
              <a:gd name="adj" fmla="val 14294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9850" y="4013002"/>
            <a:ext cx="83683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Pipeline: ~8 minutes for complete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444823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2190899"/>
            <a:ext cx="2497634" cy="1037927"/>
          </a:xfrm>
          <a:prstGeom prst="roundRect">
            <a:avLst>
              <a:gd name="adj" fmla="val 734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5401" y="2381399"/>
            <a:ext cx="2158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5401" y="2682925"/>
            <a:ext cx="215896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agents work sequentially with no manual intervention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23034" y="2190899"/>
            <a:ext cx="2497782" cy="1037927"/>
          </a:xfrm>
          <a:prstGeom prst="roundRect">
            <a:avLst>
              <a:gd name="adj" fmla="val 734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13534" y="2381399"/>
            <a:ext cx="2159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13534" y="2682925"/>
            <a:ext cx="215911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Vectorized ops, adaptive algorithms for scale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11317" y="2190899"/>
            <a:ext cx="2497782" cy="1037927"/>
          </a:xfrm>
          <a:prstGeom prst="roundRect">
            <a:avLst>
              <a:gd name="adj" fmla="val 734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1817" y="2381399"/>
            <a:ext cx="2159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01817" y="2682925"/>
            <a:ext cx="215911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8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to Report in 8 mins with full interpretation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6159" y="3546277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Automated RNA-seq Analysis at Scale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RNA-seq Pipeline</dc:title>
  <dc:subject>PptxGenJS Presentation</dc:subject>
  <dc:creator>BioInsight AI</dc:creator>
  <cp:lastModifiedBy>BioInsight AI</cp:lastModifiedBy>
  <cp:revision>1</cp:revision>
  <dcterms:created xsi:type="dcterms:W3CDTF">2026-01-27T02:09:05Z</dcterms:created>
  <dcterms:modified xsi:type="dcterms:W3CDTF">2026-01-27T02:09:05Z</dcterms:modified>
</cp:coreProperties>
</file>