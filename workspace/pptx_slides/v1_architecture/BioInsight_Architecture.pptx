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7471" y="1709738"/>
            <a:ext cx="490890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117471" y="2519363"/>
            <a:ext cx="490890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Biomedical Research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117471" y="3195638"/>
            <a:ext cx="49089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"Accelerate Discovery, Empower Researchers"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60378" y="4438650"/>
            <a:ext cx="26757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Overview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07877"/>
            <a:ext cx="4177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565077"/>
            <a:ext cx="4177665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is built on a modern, scalable architecture designed for biomedical research workflows. The system separates concerns across presentation, API, business logic, and data layers.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730698"/>
            <a:ext cx="41776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principles: Modularity, Scalability, Real-time Processing, and AI-First approach.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7250" y="1107877"/>
            <a:ext cx="4095750" cy="709613"/>
          </a:xfrm>
          <a:prstGeom prst="roundRect">
            <a:avLst>
              <a:gd name="adj" fmla="val 7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95825" y="1107877"/>
            <a:ext cx="0" cy="709613"/>
          </a:xfrm>
          <a:prstGeom prst="line">
            <a:avLst/>
          </a:prstGeom>
          <a:noFill/>
          <a:ln w="57150">
            <a:solidFill>
              <a:srgbClr val="2E40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0" y="1209377"/>
            <a:ext cx="38084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6800" y="1520428"/>
            <a:ext cx="38084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+ TypeScript + 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7250" y="1944439"/>
            <a:ext cx="4095750" cy="709613"/>
          </a:xfrm>
          <a:prstGeom prst="roundRect">
            <a:avLst>
              <a:gd name="adj" fmla="val 7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95825" y="1944439"/>
            <a:ext cx="0" cy="709612"/>
          </a:xfrm>
          <a:prstGeom prst="line">
            <a:avLst/>
          </a:prstGeom>
          <a:noFill/>
          <a:ln w="57150">
            <a:solidFill>
              <a:srgbClr val="2E40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0" y="2045940"/>
            <a:ext cx="38084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6800" y="2356991"/>
            <a:ext cx="38084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REST + SSE Streaming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7250" y="2781002"/>
            <a:ext cx="4095750" cy="709613"/>
          </a:xfrm>
          <a:prstGeom prst="roundRect">
            <a:avLst>
              <a:gd name="adj" fmla="val 7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5825" y="2781002"/>
            <a:ext cx="0" cy="709612"/>
          </a:xfrm>
          <a:prstGeom prst="line">
            <a:avLst/>
          </a:prstGeom>
          <a:noFill/>
          <a:ln w="57150">
            <a:solidFill>
              <a:srgbClr val="2E40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0" y="2882503"/>
            <a:ext cx="38084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193554"/>
            <a:ext cx="38084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RAG, RNA-seq Pipeline, Knowledge 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7250" y="3617565"/>
            <a:ext cx="4095750" cy="709613"/>
          </a:xfrm>
          <a:prstGeom prst="roundRect">
            <a:avLst>
              <a:gd name="adj" fmla="val 7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95825" y="3617565"/>
            <a:ext cx="0" cy="709612"/>
          </a:xfrm>
          <a:prstGeom prst="line">
            <a:avLst/>
          </a:prstGeom>
          <a:noFill/>
          <a:ln w="57150">
            <a:solidFill>
              <a:srgbClr val="2E40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0" y="3719066"/>
            <a:ext cx="38084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76800" y="4030117"/>
            <a:ext cx="38084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+ PostgreSQL + File Storage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7450" y="1107877"/>
            <a:ext cx="2146250" cy="802481"/>
          </a:xfrm>
          <a:prstGeom prst="roundRect">
            <a:avLst>
              <a:gd name="adj" fmla="val 94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234827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9850" y="1463427"/>
            <a:ext cx="18782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18, Vite, TypeScript, Tailwind CSS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16101" y="1107877"/>
            <a:ext cx="2146250" cy="802481"/>
          </a:xfrm>
          <a:prstGeom prst="roundRect">
            <a:avLst>
              <a:gd name="adj" fmla="val 94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8501" y="1234827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68501" y="1463427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3.11, FastAPI, Uvicorn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14751" y="1107877"/>
            <a:ext cx="2146250" cy="802481"/>
          </a:xfrm>
          <a:prstGeom prst="roundRect">
            <a:avLst>
              <a:gd name="adj" fmla="val 94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67151" y="1234827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7151" y="1463427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Claude API, Vertex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062758"/>
            <a:ext cx="2146250" cy="642491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9850" y="2189708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850" y="2418308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ChromaDB, PubMedBERT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16101" y="2062758"/>
            <a:ext cx="2146250" cy="642491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8501" y="2189708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8501" y="2418308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File Storage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4751" y="2062758"/>
            <a:ext cx="2146250" cy="642491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7151" y="2189708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67151" y="2418308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DESeq2, Scanpy, CatBoost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7450" y="2857649"/>
            <a:ext cx="2146250" cy="642491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9850" y="2984599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850" y="3213199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Plotly, D3.js, force-graph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16101" y="2857649"/>
            <a:ext cx="2146250" cy="642491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68501" y="2984599"/>
            <a:ext cx="1878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68501" y="3213199"/>
            <a:ext cx="1878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PubMed, COSMIC, OncoKB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50" y="1355675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457176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Search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33302" y="1355675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60253" y="1457176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3D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1793528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401" y="1895029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3302" y="1793528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60253" y="1895029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Upload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231380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401" y="2332881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Papers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33302" y="2231380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60253" y="2332881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Agent Chat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2669232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4401" y="2770733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Progress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33302" y="2669232"/>
            <a:ext cx="1714351" cy="336352"/>
          </a:xfrm>
          <a:prstGeom prst="roundRect">
            <a:avLst>
              <a:gd name="adj" fmla="val 151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260253" y="2770733"/>
            <a:ext cx="148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Interface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46550" y="1019175"/>
            <a:ext cx="4279999" cy="208791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8950" y="11715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98950" y="1508075"/>
            <a:ext cx="3975199" cy="13704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SSE streaming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force-directed graph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Tailwind CSS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type safety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fast HMR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42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 Endpoints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20701"/>
            <a:ext cx="4159300" cy="939701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447651"/>
            <a:ext cx="3983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6762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/api/paper/upload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4401" y="18286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/api/paper/analyze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4401" y="19810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/api/chat/ask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7450" y="2361902"/>
            <a:ext cx="4159300" cy="787301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401" y="2488853"/>
            <a:ext cx="3983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01" y="271745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/api/crawler/search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4401" y="286985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/api/crawler/trending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7250" y="1019175"/>
            <a:ext cx="4242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7250" y="1320701"/>
            <a:ext cx="4159300" cy="1092101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4200" y="1447651"/>
            <a:ext cx="3983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Pipeline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94200" y="16762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/api/rnaseq/upload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94200" y="18286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/api/rnaseq/start/{job}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94200" y="19810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/api/rnaseq/progress (SSE)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94200" y="213345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/api/rnaseq/report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7250" y="2514302"/>
            <a:ext cx="4159300" cy="413891"/>
          </a:xfrm>
          <a:prstGeom prst="roundRect">
            <a:avLst>
              <a:gd name="adj" fmla="val 1227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4200" y="2641253"/>
            <a:ext cx="3983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async + Uvicorn ASGI + Pydantic + SSE streaming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981075"/>
            <a:ext cx="4190851" cy="859631"/>
          </a:xfrm>
          <a:prstGeom prst="roundRect">
            <a:avLst>
              <a:gd name="adj" fmla="val 88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00125"/>
            <a:ext cx="4190851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4401" y="1146125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Search and RAG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393775"/>
            <a:ext cx="40156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search with PubMedBERT. Local DB + real-time PubMed search with KO-EN translation.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35252" y="981075"/>
            <a:ext cx="4190851" cy="859631"/>
          </a:xfrm>
          <a:prstGeom prst="roundRect">
            <a:avLst>
              <a:gd name="adj" fmla="val 88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5252" y="1000125"/>
            <a:ext cx="4190851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202" y="1146125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202" y="1393775"/>
            <a:ext cx="40156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pipeline: DEG, Network, Pathway, Validation, Visualization, Report generation.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7450" y="1967657"/>
            <a:ext cx="4190851" cy="859631"/>
          </a:xfrm>
          <a:prstGeom prst="roundRect">
            <a:avLst>
              <a:gd name="adj" fmla="val 88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450" y="1986707"/>
            <a:ext cx="4190851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01" y="2132707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4401" y="2380357"/>
            <a:ext cx="40156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visualization with react-force-graph-3d. Papers, genes, diseases, pathways.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5252" y="1967657"/>
            <a:ext cx="4190851" cy="859631"/>
          </a:xfrm>
          <a:prstGeom prst="roundRect">
            <a:avLst>
              <a:gd name="adj" fmla="val 88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5252" y="1986707"/>
            <a:ext cx="4190851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2202" y="2132707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202" y="2380357"/>
            <a:ext cx="40156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newsletter from FDA, ClinicalTrials, bioRxiv, PubMed. Scheduled 6 AM weekdays.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42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Systems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20701"/>
            <a:ext cx="4159300" cy="605582"/>
          </a:xfrm>
          <a:prstGeom prst="roundRect">
            <a:avLst>
              <a:gd name="adj" fmla="val 83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320701"/>
            <a:ext cx="0" cy="60558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447651"/>
            <a:ext cx="39446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1650802"/>
            <a:ext cx="394464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768-dim, 17 cancer collections, 53K+ chunks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027783"/>
            <a:ext cx="4159300" cy="605582"/>
          </a:xfrm>
          <a:prstGeom prst="roundRect">
            <a:avLst>
              <a:gd name="adj" fmla="val 83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2027783"/>
            <a:ext cx="0" cy="60558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501" y="2154734"/>
            <a:ext cx="39446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501" y="2357884"/>
            <a:ext cx="394464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data, sessions, paper metadata, analysis history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734866"/>
            <a:ext cx="4159300" cy="605582"/>
          </a:xfrm>
          <a:prstGeom prst="roundRect">
            <a:avLst>
              <a:gd name="adj" fmla="val 83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734866"/>
            <a:ext cx="0" cy="60558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01" y="2861816"/>
            <a:ext cx="39446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501" y="3064966"/>
            <a:ext cx="394464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PDFs, RNA-seq files, reports, visualizations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019175"/>
            <a:ext cx="4242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Stats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7250" y="1320701"/>
            <a:ext cx="4159300" cy="1352252"/>
          </a:xfrm>
          <a:prstGeom prst="roundRect">
            <a:avLst>
              <a:gd name="adj" fmla="val 563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9650" y="1473101"/>
            <a:ext cx="3931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Collections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9650" y="1746052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Types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32912" y="1746052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9650" y="1939677"/>
            <a:ext cx="7200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Papers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88102" y="1939677"/>
            <a:ext cx="291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9650" y="2133302"/>
            <a:ext cx="7487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Chunks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11592" y="2133302"/>
            <a:ext cx="471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53,000+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19650" y="2326928"/>
            <a:ext cx="655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4822" y="2326928"/>
            <a:ext cx="8255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981075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082576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4401" y="1214586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4401" y="1408212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for RAG, reports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03302" y="981075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30252" y="1082576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30252" y="1214586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30252" y="1408212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gpt-4o-mini, fast queries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89153" y="981075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6103" y="1082576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16103" y="1214586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16103" y="1408212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E-utilities paper search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450" y="1768673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4401" y="1870174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4401" y="200218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4401" y="2195810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data, scoring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03302" y="1768673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30252" y="1870174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DB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30252" y="200218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30252" y="2195810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Gene Census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89153" y="1768673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6103" y="1870174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DB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16103" y="200218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16103" y="2195810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genes, drugs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7450" y="2556272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4401" y="2657773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4401" y="2789783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GDC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4401" y="2983409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cancer 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03302" y="2556272"/>
            <a:ext cx="2158901" cy="660648"/>
          </a:xfrm>
          <a:prstGeom prst="roundRect">
            <a:avLst>
              <a:gd name="adj" fmla="val 7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30252" y="2657773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30252" y="2789783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30252" y="2983409"/>
            <a:ext cx="1943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GO/KEGG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471464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8980" y="152697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302" y="1346150"/>
            <a:ext cx="3746748" cy="504527"/>
          </a:xfrm>
          <a:prstGeom prst="roundRect">
            <a:avLst>
              <a:gd name="adj" fmla="val 100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0702" y="1447651"/>
            <a:ext cx="3510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(gpt-4o-mini)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702" y="1615827"/>
            <a:ext cx="3510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- Fast, cost-effective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7450" y="2077492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8980" y="213300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302" y="1952179"/>
            <a:ext cx="3746748" cy="504527"/>
          </a:xfrm>
          <a:prstGeom prst="roundRect">
            <a:avLst>
              <a:gd name="adj" fmla="val 100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2053679"/>
            <a:ext cx="3510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702" y="2221855"/>
            <a:ext cx="3510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- High quality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7450" y="2683520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8980" y="273903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302" y="2558207"/>
            <a:ext cx="3746748" cy="504527"/>
          </a:xfrm>
          <a:prstGeom prst="roundRect">
            <a:avLst>
              <a:gd name="adj" fmla="val 100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0702" y="2659707"/>
            <a:ext cx="3510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702" y="2827883"/>
            <a:ext cx="3510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fallback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by Task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Abstract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 (~$0.30)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 (~$0.06)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Responses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(~$0.01)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16696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951137"/>
            <a:ext cx="2455366" cy="1472952"/>
          </a:xfrm>
          <a:prstGeom prst="roundRect">
            <a:avLst>
              <a:gd name="adj" fmla="val 51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58713" y="1951137"/>
            <a:ext cx="0" cy="1472952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6427" y="2205038"/>
            <a:ext cx="1937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6427" y="2541538"/>
            <a:ext cx="193793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4-layer architecture with clear separation of concerns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44168" y="1951137"/>
            <a:ext cx="2455515" cy="1472952"/>
          </a:xfrm>
          <a:prstGeom prst="roundRect">
            <a:avLst>
              <a:gd name="adj" fmla="val 51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67980" y="1951137"/>
            <a:ext cx="0" cy="1472952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5694" y="2205038"/>
            <a:ext cx="193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45694" y="2541538"/>
            <a:ext cx="19380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fallback chain, RAG-based interpretation, ML predictions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584" y="1951137"/>
            <a:ext cx="2455515" cy="1472952"/>
          </a:xfrm>
          <a:prstGeom prst="roundRect">
            <a:avLst>
              <a:gd name="adj" fmla="val 51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7396" y="1951137"/>
            <a:ext cx="0" cy="1472952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110" y="2205038"/>
            <a:ext cx="1938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110" y="2541538"/>
            <a:ext cx="19380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streaming, live search, async 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159" y="3805089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Empowering Biomedical Research with 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Technical Architecture</dc:title>
  <dc:subject>Technical Architecture Overview</dc:subject>
  <dc:creator>BioInsight AI</dc:creator>
  <cp:lastModifiedBy>BioInsight AI</cp:lastModifiedBy>
  <cp:revision>1</cp:revision>
  <dcterms:created xsi:type="dcterms:W3CDTF">2026-01-26T16:21:39Z</dcterms:created>
  <dcterms:modified xsi:type="dcterms:W3CDTF">2026-01-26T16:21:39Z</dcterms:modified>
</cp:coreProperties>
</file>