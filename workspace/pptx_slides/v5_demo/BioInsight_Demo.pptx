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5026" y="1784300"/>
            <a:ext cx="429394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and Results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737098" y="2536775"/>
            <a:ext cx="37430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Analysis, Real Benchmarks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677120" y="3149501"/>
            <a:ext cx="38654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TCGA-BRCA Case Study | Performance Metrics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52527" y="4470499"/>
            <a:ext cx="2079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| Results Showcase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Dataset: TCGA-BRCA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Statistics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822275"/>
          </a:xfrm>
          <a:prstGeom prst="roundRect">
            <a:avLst>
              <a:gd name="adj" fmla="val 9267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622" y="1498550"/>
            <a:ext cx="38992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622" y="187315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(25 Tumor, 25 Normal)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2295376"/>
            <a:ext cx="4127599" cy="822275"/>
          </a:xfrm>
          <a:prstGeom prst="roundRect">
            <a:avLst>
              <a:gd name="adj" fmla="val 9267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622" y="2447776"/>
            <a:ext cx="38992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1622" y="28223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DEGs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GDC Portal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Cancer Genome Atlas breast cancer cohort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count matrix (HTSeq-counts)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normalization, apeglm shrinkage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Benchmark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981075"/>
            <a:ext cx="86792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 by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08050"/>
            <a:ext cx="8509099" cy="2311301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1725513"/>
            <a:ext cx="82551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151120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96084" y="1511201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7916" y="151120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4401" y="2020788"/>
            <a:ext cx="82551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401" y="1806476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(DEG)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96084" y="1806476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sec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7916" y="1806476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 DEGs identified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4401" y="2316063"/>
            <a:ext cx="82551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401" y="210175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(Network)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96084" y="2101751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7916" y="210175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3.38M edges, 20 hub genes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401" y="2611338"/>
            <a:ext cx="82551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401" y="2397026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(Pathway)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96084" y="2397026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 sec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7916" y="2397026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enriched terms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4401" y="2906613"/>
            <a:ext cx="82551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401" y="269230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(Validation)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96084" y="2692301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7916" y="269230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RAG interpretations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4401" y="3201888"/>
            <a:ext cx="82551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401" y="2987576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 (Visualization)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96084" y="2987576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7916" y="2987576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publication figures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4401" y="328285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 (Report)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96084" y="3282851"/>
            <a:ext cx="2806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7916" y="3282851"/>
            <a:ext cx="2806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11MB interactive HTML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7450" y="3746302"/>
            <a:ext cx="8509099" cy="425351"/>
          </a:xfrm>
          <a:prstGeom prst="roundRect">
            <a:avLst>
              <a:gd name="adj" fmla="val 11943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1849" y="3873252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~8 minutes for complete analysis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Analysis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Statistics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704701"/>
          </a:xfrm>
          <a:prstGeom prst="roundRect">
            <a:avLst>
              <a:gd name="adj" fmla="val 7209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5664" y="1473101"/>
            <a:ext cx="3951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5664" y="1790551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Significant DEGs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2050852"/>
            <a:ext cx="4127599" cy="718691"/>
          </a:xfrm>
          <a:prstGeom prst="roundRect">
            <a:avLst>
              <a:gd name="adj" fmla="val 106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9850" y="2203252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Up-regulated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50" y="243185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3,892 genes (log2FC &gt; 1, padj &lt; 0.05)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2896493"/>
            <a:ext cx="4127599" cy="718691"/>
          </a:xfrm>
          <a:prstGeom prst="roundRect">
            <a:avLst>
              <a:gd name="adj" fmla="val 106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850" y="3048893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Down-regulated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850" y="3277493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3,691 genes (log2FC &lt; -1, padj &lt; 0.05)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8950" y="1346150"/>
            <a:ext cx="4127599" cy="718691"/>
          </a:xfrm>
          <a:prstGeom prst="roundRect">
            <a:avLst>
              <a:gd name="adj" fmla="val 106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1350" y="1498550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Up-regulated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1350" y="1727150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ESR1, GATA3, FOXA1, AGR2, TFF1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191792"/>
            <a:ext cx="4127599" cy="718691"/>
          </a:xfrm>
          <a:prstGeom prst="roundRect">
            <a:avLst>
              <a:gd name="adj" fmla="val 106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51350" y="2344192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Down-regulated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51350" y="257279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KRT14, KRT5, TP63, MYH11, CNN1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3037433"/>
            <a:ext cx="4127599" cy="718691"/>
          </a:xfrm>
          <a:prstGeom prst="roundRect">
            <a:avLst>
              <a:gd name="adj" fmla="val 106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350" y="3189833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Cancer Genes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1350" y="3418433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ERBB2, MYC, CCND1 identified in DEG list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704701"/>
          </a:xfrm>
          <a:prstGeom prst="roundRect">
            <a:avLst>
              <a:gd name="adj" fmla="val 10813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5664" y="1473101"/>
            <a:ext cx="3951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5664" y="1790551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Edges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2177802"/>
            <a:ext cx="4127599" cy="704701"/>
          </a:xfrm>
          <a:prstGeom prst="roundRect">
            <a:avLst>
              <a:gd name="adj" fmla="val 10813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5664" y="2304752"/>
            <a:ext cx="3951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5664" y="26222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Genes Identified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3009454"/>
            <a:ext cx="4127599" cy="704701"/>
          </a:xfrm>
          <a:prstGeom prst="roundRect">
            <a:avLst>
              <a:gd name="adj" fmla="val 10813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5664" y="3136404"/>
            <a:ext cx="3951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5664" y="3453854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Hub Genes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receptor, key breast cancer driver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GATA3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 factor, luminal marker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FOXA1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Chromatin remodeling, ER signaling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3393281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901" y="3520232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ERBB2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5901" y="3713857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HER2, therapeutic target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127599" cy="2475458"/>
          </a:xfrm>
          <a:prstGeom prst="roundRect">
            <a:avLst>
              <a:gd name="adj" fmla="val 30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171575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Biological Process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8900" y="1469975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51" y="1469975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cycle regulation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451" y="1628626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1.2e-15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8900" y="1844427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51" y="1844427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replication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451" y="2003078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3.4e-12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8900" y="2218879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51" y="2218879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Mitotic nuclear division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451" y="2377529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8.7e-11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8900" y="2593330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451" y="2593330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 segregation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451" y="2751981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2.1e-10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8900" y="2967782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451" y="2967782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proliferation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451" y="3126432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5.6e-09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950" y="1019175"/>
            <a:ext cx="4127599" cy="2475458"/>
          </a:xfrm>
          <a:prstGeom prst="roundRect">
            <a:avLst>
              <a:gd name="adj" fmla="val 30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350" y="1171575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KEGG Pathways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70400" y="1469975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0951" y="1469975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cycle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90951" y="1628626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4.5e-14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70400" y="1844427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0951" y="1844427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p53 signaling pathway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90951" y="2003078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1.8e-08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70400" y="2218879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0951" y="2218879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replication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90951" y="2377529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3.2e-07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70400" y="2593330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0951" y="2593330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PI3K-Akt signaling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90951" y="2751981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7.9e-06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70400" y="2967782"/>
            <a:ext cx="0" cy="272951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0951" y="2967782"/>
            <a:ext cx="3756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signaling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90951" y="3126432"/>
            <a:ext cx="3756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FDR: 2.3e-05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993725"/>
          </a:xfrm>
          <a:prstGeom prst="roundRect">
            <a:avLst>
              <a:gd name="adj" fmla="val 7668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0484" y="1536650"/>
            <a:ext cx="382153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0484" y="19969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(Breast Cancer)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7450" y="2492276"/>
            <a:ext cx="4127599" cy="993725"/>
          </a:xfrm>
          <a:prstGeom prst="roundRect">
            <a:avLst>
              <a:gd name="adj" fmla="val 7668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0484" y="2682776"/>
            <a:ext cx="382153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484" y="3143101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(Pan-Cancer 17)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Details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gradient boosting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11,000+ samples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 100 trials optimization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3393281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3520232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3713857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plots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Outputs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981075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00125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4401" y="1146125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deg_significant.csv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4401" y="1339751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 genes with log2FC, pvalue, padj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38202" y="981075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202" y="1000125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5153" y="1146125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hub_genes.csv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65153" y="1339751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hub genes with centrality scores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7450" y="1725662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450" y="1744712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01" y="1890713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pathway_summary.csv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401" y="2084338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enriched GO/KEGG terms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38202" y="1725662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8202" y="1744712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5153" y="1890713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integrated_gene_table.csv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5153" y="2084338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analysis with Entrez IDs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7450" y="2470249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17450" y="2489299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401" y="26353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volcano_plot.png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4401" y="2828925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Up/down regulated visualization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38202" y="2470249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38202" y="2489299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5153" y="26353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5153" y="2828925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DEGs expression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7450" y="3214836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17450" y="3233886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4401" y="337988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network_3d.html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4401" y="3573512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Plotly network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38202" y="3214836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238202" y="3233886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5153" y="337988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report.html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65153" y="3573512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11MB interactive final report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7450" y="3959423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17450" y="3978473"/>
            <a:ext cx="2793802" cy="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4401" y="412447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research_recommendations.json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4401" y="4318099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LLM-generated research directions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459111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2205186"/>
            <a:ext cx="2497634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401" y="2395686"/>
            <a:ext cx="21589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5401" y="2668637"/>
            <a:ext cx="215896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minutes for complete RNA-seq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23034" y="2205186"/>
            <a:ext cx="2497782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3534" y="2395686"/>
            <a:ext cx="2159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13534" y="2668637"/>
            <a:ext cx="215911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0.998 cancer classification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11317" y="2205186"/>
            <a:ext cx="2497782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1817" y="2395686"/>
            <a:ext cx="2159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1817" y="2668637"/>
            <a:ext cx="215911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to Report with literature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6159" y="3531989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Proven Results at Scale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Demo and Results</dc:title>
  <dc:subject>PptxGenJS Presentation</dc:subject>
  <dc:creator>BioInsight AI</dc:creator>
  <cp:lastModifiedBy>BioInsight AI</cp:lastModifiedBy>
  <cp:revision>1</cp:revision>
  <dcterms:created xsi:type="dcterms:W3CDTF">2026-01-26T16:35:30Z</dcterms:created>
  <dcterms:modified xsi:type="dcterms:W3CDTF">2026-01-26T16:35:30Z</dcterms:modified>
</cp:coreProperties>
</file>