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3669" y="1784300"/>
            <a:ext cx="30166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624286" y="2536775"/>
            <a:ext cx="39731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Biomedical Discovery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496294" y="3149501"/>
            <a:ext cx="42344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"Empower researchers, don't replace their judgment"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60700" y="4470499"/>
            <a:ext cx="22670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| Business Impact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2709267" cy="1491555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42988"/>
            <a:ext cx="2709267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1257300"/>
            <a:ext cx="23748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558826"/>
            <a:ext cx="237483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data scattered across PubMed, bioRxiv, ClinicalTrials, and dozens of databases. Hours spent just finding relevant papers.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7218" y="1019175"/>
            <a:ext cx="2709416" cy="1491555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17218" y="1042988"/>
            <a:ext cx="2709416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718" y="1257300"/>
            <a:ext cx="2374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7718" y="1558826"/>
            <a:ext cx="2374984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 requires weeks of manual work. Different tools, formats, and parameters create bottlenecks.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17134" y="1019175"/>
            <a:ext cx="2709416" cy="1491555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7134" y="1042988"/>
            <a:ext cx="2709416" cy="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7634" y="1257300"/>
            <a:ext cx="2374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7634" y="1558826"/>
            <a:ext cx="2374984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lists are meaningless without biological context. Connecting findings to existing knowledge is time-consuming.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Values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62425" cy="872430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1019175"/>
            <a:ext cx="0" cy="87243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475" y="117157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Accessibility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7475" y="141922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search across multiple sources. Korean-English translation. All papers in one place.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2275" y="1019175"/>
            <a:ext cx="4162425" cy="872430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6088" y="1019175"/>
            <a:ext cx="0" cy="87243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2300" y="117157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Automation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2300" y="141922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 handles repetitive tasks. Weeks of work in minutes.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7450" y="2044005"/>
            <a:ext cx="4162425" cy="872430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1263" y="2044005"/>
            <a:ext cx="0" cy="87243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475" y="219640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Interpretation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475" y="244405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connects findings to literature. Every claim backed by PMID citations.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2275" y="2044005"/>
            <a:ext cx="4162425" cy="872430"/>
          </a:xfrm>
          <a:prstGeom prst="roundRect">
            <a:avLst>
              <a:gd name="adj" fmla="val 87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6088" y="2044005"/>
            <a:ext cx="0" cy="87243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2300" y="219640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Transparency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2300" y="244405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limitations stated. Predictions are reference, not diagnosis. Validation suggested.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381125"/>
            <a:ext cx="4127599" cy="850850"/>
          </a:xfrm>
          <a:prstGeom prst="roundRect">
            <a:avLst>
              <a:gd name="adj" fmla="val 895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622" y="1533525"/>
            <a:ext cx="389925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622" y="193670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RNA-seq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2358926"/>
            <a:ext cx="4127599" cy="850850"/>
          </a:xfrm>
          <a:prstGeom prst="roundRect">
            <a:avLst>
              <a:gd name="adj" fmla="val 8956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622" y="2511326"/>
            <a:ext cx="389925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sec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1622" y="291450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 (vs 55 sec)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950" y="1019175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8950" y="1381125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50807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5901" y="170170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weeks manual work to 8 minutes automated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2063502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5901" y="219045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5901" y="2384078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reading to instant RAG interpretation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8950" y="2745879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2872829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3066455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writing to auto-generated with citations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981075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RAG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4401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Q&amp;A on research papers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39752" y="981075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6702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66702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+ bioRxiv live search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62054" y="981075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9004" y="1108025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89004" y="1301651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visualization of relationships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450" y="1687562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401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401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news digest every morning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39752" y="1687562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66702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66702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automated analysis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62054" y="1687562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9004" y="1814513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9004" y="2008138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type classification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450" y="2394049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4401" y="252100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401" y="2714625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AI reasoning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39752" y="2394049"/>
            <a:ext cx="2095351" cy="579537"/>
          </a:xfrm>
          <a:prstGeom prst="roundRect">
            <a:avLst>
              <a:gd name="adj" fmla="val 87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66702" y="252100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Drug-Gene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66702" y="2714625"/>
            <a:ext cx="187827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therapeutic targets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86792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Insights in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381125"/>
            <a:ext cx="1376660" cy="727025"/>
          </a:xfrm>
          <a:prstGeom prst="roundRect">
            <a:avLst>
              <a:gd name="adj" fmla="val 104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7994" y="1533525"/>
            <a:ext cx="1015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7994" y="1727150"/>
            <a:ext cx="1015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count_matrix.csv + metadata.csv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95611" y="162550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0411" y="1438275"/>
            <a:ext cx="1376809" cy="612725"/>
          </a:xfrm>
          <a:prstGeom prst="roundRect">
            <a:avLst>
              <a:gd name="adj" fmla="val 124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0953" y="1590675"/>
            <a:ext cx="101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0953" y="1784300"/>
            <a:ext cx="10157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 runs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78721" y="162550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3521" y="1381125"/>
            <a:ext cx="1376809" cy="727025"/>
          </a:xfrm>
          <a:prstGeom prst="roundRect">
            <a:avLst>
              <a:gd name="adj" fmla="val 104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4063" y="1533525"/>
            <a:ext cx="101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4063" y="1727150"/>
            <a:ext cx="101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DEG, Pathway, Network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61831" y="162550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6631" y="1381125"/>
            <a:ext cx="1376809" cy="727025"/>
          </a:xfrm>
          <a:prstGeom prst="roundRect">
            <a:avLst>
              <a:gd name="adj" fmla="val 104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7173" y="1533525"/>
            <a:ext cx="101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47173" y="1727150"/>
            <a:ext cx="101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literature context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44941" y="162550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49741" y="1381125"/>
            <a:ext cx="1376809" cy="727025"/>
          </a:xfrm>
          <a:prstGeom prst="roundRect">
            <a:avLst>
              <a:gd name="adj" fmla="val 104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30283" y="1533525"/>
            <a:ext cx="101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0283" y="1727150"/>
            <a:ext cx="101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 output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46150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73101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01" y="1666726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Bioinformatics, cancer biology labs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028527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2155478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Students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501" y="234910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candidates analyzing RNA-seq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710904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837855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Scientists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3031480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Translational research teams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18000" y="1346150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001" y="1473101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Companies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001" y="1666726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pipelines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18000" y="2028527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001" y="2155478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Facilities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001" y="234910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genomics services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18000" y="2710904"/>
            <a:ext cx="0" cy="580876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001" y="2837855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001" y="3031480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research organizations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2709267" cy="2190155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71575"/>
            <a:ext cx="24525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50" y="1444526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RAG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638151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50" y="1873002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6-Agent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2066627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50" y="2301478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50" y="2495104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50" y="2729954"/>
            <a:ext cx="2452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50" y="2923580"/>
            <a:ext cx="2452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17218" y="1019175"/>
            <a:ext cx="2709416" cy="2190155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9618" y="1171575"/>
            <a:ext cx="2452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9618" y="1444526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Pipeline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9618" y="1638151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Scanpy/CellTypist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69618" y="1873002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9618" y="2066627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WGS/WES variant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17134" y="1019175"/>
            <a:ext cx="2709416" cy="2190155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69534" y="1171575"/>
            <a:ext cx="2452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9534" y="1444526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9534" y="1638151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data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9534" y="1873002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9534" y="2066627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screening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9534" y="2301478"/>
            <a:ext cx="2452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9534" y="2495104"/>
            <a:ext cx="245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connectivity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449586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2195661"/>
            <a:ext cx="2497634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2386161"/>
            <a:ext cx="21589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5401" y="2659112"/>
            <a:ext cx="215896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minutes for complete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23034" y="2195661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3534" y="2386161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13534" y="2659112"/>
            <a:ext cx="215911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Literature-backed, explainable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11317" y="2195661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817" y="2386161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1817" y="2659112"/>
            <a:ext cx="21591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uncertainty, validation suggested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6159" y="3522464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"Accelerate discovery, empower researchers"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Business Value</dc:title>
  <dc:subject>PptxGenJS Presentation</dc:subject>
  <dc:creator>BioInsight AI</dc:creator>
  <cp:lastModifiedBy>BioInsight AI</cp:lastModifiedBy>
  <cp:revision>1</cp:revision>
  <dcterms:created xsi:type="dcterms:W3CDTF">2026-01-26T16:34:52Z</dcterms:created>
  <dcterms:modified xsi:type="dcterms:W3CDTF">2026-01-26T16:34:52Z</dcterms:modified>
</cp:coreProperties>
</file>